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8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38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3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69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96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27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22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3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6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40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72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09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867A5-9708-429F-890D-07CCAEA6664C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50D3C-ACDF-4D45-AAA3-7573E193EC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3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проекта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«Прототип программной системы для трекинга чтения»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90675" y="4411663"/>
            <a:ext cx="9144000" cy="1655762"/>
          </a:xfrm>
        </p:spPr>
        <p:txBody>
          <a:bodyPr/>
          <a:lstStyle/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 ст. гр. ПРИ-123</a:t>
            </a:r>
          </a:p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Степанова С. 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6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29475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читатели нередко сталкиваются с трудностями при систематизации информации о прочитанных книгах, ведении личных списков литературы и отслеживании прогресса чтения. При большом количестве произведений становится сложно запомнить, какие книги уже были прочитаны, какие находятся в процессе, а какие планируется прочесть в будущем.</a:t>
            </a:r>
          </a:p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данной проблемы создаётся программное средство «Книжный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трекер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предназначенное для ведения персональной статистики чтения и управления личной библиотекой пользователя.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857375"/>
            <a:ext cx="3143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9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219575" cy="4184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разработки является создание программного продукта, который позволит пользователю эффективно управлять своей библиотекой, отслеживать прогресс чтения и анализировать статистику в удобной и наглядной форме.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> 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25" y="985837"/>
            <a:ext cx="68580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6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требований к системе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структуры данных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архитектуры приложения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пользовательского интерфейса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серверной части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модуля аналитики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7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9625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Книжный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трекер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хотят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систематизировать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мотивацию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визуализировать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267449" y="962025"/>
            <a:ext cx="5553075" cy="55054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7756921" y="2416671"/>
            <a:ext cx="2574132" cy="25961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842646" y="3260526"/>
            <a:ext cx="2610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Регулярные </a:t>
            </a:r>
            <a:r>
              <a:rPr lang="ru-RU" dirty="0" smtClean="0"/>
              <a:t>читатели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Любители </a:t>
            </a:r>
            <a:r>
              <a:rPr lang="ru-RU" dirty="0"/>
              <a:t>саморазвития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1535" y="1453604"/>
            <a:ext cx="4968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Преподаватели, библиотекари, </a:t>
            </a:r>
            <a:r>
              <a:rPr lang="ru-RU" dirty="0" err="1"/>
              <a:t>блогеры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Родители </a:t>
            </a:r>
            <a:r>
              <a:rPr lang="ru-RU" dirty="0"/>
              <a:t>(для детей)</a:t>
            </a:r>
            <a:br>
              <a:rPr lang="ru-RU" dirty="0"/>
            </a:br>
            <a:r>
              <a:rPr lang="ru-RU" dirty="0" smtClean="0"/>
              <a:t>Любители </a:t>
            </a:r>
            <a:r>
              <a:rPr lang="ru-RU" dirty="0"/>
              <a:t>планировщиков и </a:t>
            </a:r>
            <a:r>
              <a:rPr lang="ru-RU" dirty="0" err="1"/>
              <a:t>трекеров</a:t>
            </a:r>
            <a:r>
              <a:rPr lang="ru-RU" dirty="0"/>
              <a:t> привычек</a:t>
            </a:r>
          </a:p>
        </p:txBody>
      </p:sp>
    </p:spTree>
    <p:extLst>
      <p:ext uri="{BB962C8B-B14F-4D97-AF65-F5344CB8AC3E}">
        <p14:creationId xmlns:p14="http://schemas.microsoft.com/office/powerpoint/2010/main" val="137330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аналогов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Livelib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Bookmory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Basmo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Бумажный читательский дневник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" t="4167" r="-1203" b="39027"/>
          <a:stretch/>
        </p:blipFill>
        <p:spPr>
          <a:xfrm>
            <a:off x="8358783" y="1481137"/>
            <a:ext cx="3166467" cy="38957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7" b="79223"/>
          <a:stretch/>
        </p:blipFill>
        <p:spPr>
          <a:xfrm>
            <a:off x="8358783" y="4658279"/>
            <a:ext cx="3033117" cy="67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9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675" y="236011"/>
            <a:ext cx="3789659" cy="638597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LiveLib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0580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самых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популярных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веб-платформ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прочитанных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социальная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книголюбов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могут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ставить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книгам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подписываться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просматривать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читателей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81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учёт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статуса книги 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прочитано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читаю сейчас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хочу прочитать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дочитала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lv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выставления оценок и написания рецензий;</a:t>
            </a:r>
          </a:p>
          <a:p>
            <a:pPr marL="0" lv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подборок и отслеживание целей по количеству прочитанных книг за год;</a:t>
            </a:r>
          </a:p>
          <a:p>
            <a:pPr marL="0" lv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книг конкретного автора, сгруппированных по циклам, году издания и хронологии;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цитат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05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83" y="803275"/>
            <a:ext cx="3824617" cy="492178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386183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Приложение, ориентированное именно на отслеживание прогресса чтения. Позволяет пользователю фиксировать количество прочитанных страниц и завершённых книг.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	отметка прочитанных страниц;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	ведение списка книг и статуса их прочтения.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354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Bookmory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425574"/>
            <a:ext cx="7143750" cy="4994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Bookmory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приложение с широким функционалом для детального трекинга чтения и анализа статистики.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возможности: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учёт количества прочитанных страниц, минут и процентов;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типа книги 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аудиокнига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книжного календаря;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подробная статистика по жанрам, авторам, страницам, издательствам, типам книг, потраченным деньгам и времени;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добавления заметок и комментариев.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3386"/>
          <a:stretch/>
        </p:blipFill>
        <p:spPr>
          <a:xfrm>
            <a:off x="7743824" y="365125"/>
            <a:ext cx="2619375" cy="46500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546" y="1010475"/>
            <a:ext cx="2644400" cy="483704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87" y="1690688"/>
            <a:ext cx="3278134" cy="45420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125" y="1915771"/>
            <a:ext cx="3360658" cy="46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5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Basmo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162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Basmo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мобильное приложение для мотивации чтения и ведения личных заметок. Отличается простотой и визуальной составляющей.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возможности: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времени чтения;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фотографий страниц с комментариями;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записывать впечатления после чтения.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623533"/>
            <a:ext cx="3554061" cy="38817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43" y="723900"/>
            <a:ext cx="3420717" cy="494823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42" y="677465"/>
            <a:ext cx="3420718" cy="50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7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Бумажный читательский дневник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10565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Традиционный вариант ведения учёта чтения в бумажной форме (тетрадь, блокнот). Пользователь может самостоятельно записывать книги, оценки и впечатления.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кастомизация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 личные предпочтения;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753" y="1590675"/>
            <a:ext cx="3257321" cy="459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8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таблица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934369"/>
              </p:ext>
            </p:extLst>
          </p:nvPr>
        </p:nvGraphicFramePr>
        <p:xfrm>
          <a:off x="685800" y="2276476"/>
          <a:ext cx="10887075" cy="379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2125">
                  <a:extLst>
                    <a:ext uri="{9D8B030D-6E8A-4147-A177-3AD203B41FA5}">
                      <a16:colId xmlns:a16="http://schemas.microsoft.com/office/drawing/2014/main" val="27454892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180669620"/>
                    </a:ext>
                  </a:extLst>
                </a:gridCol>
                <a:gridCol w="1252190">
                  <a:extLst>
                    <a:ext uri="{9D8B030D-6E8A-4147-A177-3AD203B41FA5}">
                      <a16:colId xmlns:a16="http://schemas.microsoft.com/office/drawing/2014/main" val="1034202996"/>
                    </a:ext>
                  </a:extLst>
                </a:gridCol>
                <a:gridCol w="1519585">
                  <a:extLst>
                    <a:ext uri="{9D8B030D-6E8A-4147-A177-3AD203B41FA5}">
                      <a16:colId xmlns:a16="http://schemas.microsoft.com/office/drawing/2014/main" val="3093122620"/>
                    </a:ext>
                  </a:extLst>
                </a:gridCol>
                <a:gridCol w="2029739">
                  <a:extLst>
                    <a:ext uri="{9D8B030D-6E8A-4147-A177-3AD203B41FA5}">
                      <a16:colId xmlns:a16="http://schemas.microsoft.com/office/drawing/2014/main" val="2749118479"/>
                    </a:ext>
                  </a:extLst>
                </a:gridCol>
                <a:gridCol w="1081848">
                  <a:extLst>
                    <a:ext uri="{9D8B030D-6E8A-4147-A177-3AD203B41FA5}">
                      <a16:colId xmlns:a16="http://schemas.microsoft.com/office/drawing/2014/main" val="3051711683"/>
                    </a:ext>
                  </a:extLst>
                </a:gridCol>
                <a:gridCol w="2117638">
                  <a:extLst>
                    <a:ext uri="{9D8B030D-6E8A-4147-A177-3AD203B41FA5}">
                      <a16:colId xmlns:a16="http://schemas.microsoft.com/office/drawing/2014/main" val="4003091655"/>
                    </a:ext>
                  </a:extLst>
                </a:gridCol>
              </a:tblGrid>
              <a:tr h="947737">
                <a:tc>
                  <a:txBody>
                    <a:bodyPr/>
                    <a:lstStyle/>
                    <a:p>
                      <a:pPr marL="0" indent="85725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Учет страниц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Учет времени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Статистика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заметок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Учет затрат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Современный интерфейс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430507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LiveLib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 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242881"/>
                  </a:ext>
                </a:extLst>
              </a:tr>
              <a:tr h="631824"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Tracker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03495"/>
                  </a:ext>
                </a:extLst>
              </a:tr>
              <a:tr h="631824"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Bookmory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078048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Basmo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67118"/>
                  </a:ext>
                </a:extLst>
              </a:tr>
              <a:tr h="947737"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Бумажный дневник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38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75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4163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510</Words>
  <Application>Microsoft Office PowerPoint</Application>
  <PresentationFormat>Широкоэкранный</PresentationFormat>
  <Paragraphs>104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Презентация проекта  «Прототип программной системы для трекинга чтения»</vt:lpstr>
      <vt:lpstr>Описание предметной области </vt:lpstr>
      <vt:lpstr>Цель проекта</vt:lpstr>
      <vt:lpstr>Задачи проекта</vt:lpstr>
      <vt:lpstr>Пользователи системы</vt:lpstr>
      <vt:lpstr>Список аналогов</vt:lpstr>
      <vt:lpstr>LiveLib</vt:lpstr>
      <vt:lpstr>Функциональные возможности:</vt:lpstr>
      <vt:lpstr>Reading Tracker</vt:lpstr>
      <vt:lpstr>Bookmory</vt:lpstr>
      <vt:lpstr>Basmo</vt:lpstr>
      <vt:lpstr>Бумажный читательский дневник</vt:lpstr>
      <vt:lpstr>Сравнительная таблица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проекта </dc:title>
  <dc:creator>Софья Степанова</dc:creator>
  <cp:lastModifiedBy>Софья Степанова</cp:lastModifiedBy>
  <cp:revision>14</cp:revision>
  <dcterms:created xsi:type="dcterms:W3CDTF">2025-10-06T15:41:18Z</dcterms:created>
  <dcterms:modified xsi:type="dcterms:W3CDTF">2025-10-21T13:07:07Z</dcterms:modified>
</cp:coreProperties>
</file>